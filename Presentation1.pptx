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200" d="100"/>
          <a:sy n="200" d="100"/>
        </p:scale>
        <p:origin x="-4347" y="-29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EC7-A332-76FC-7623-386546847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55886-1A86-E4E5-897F-42269F879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F16F7-CB43-7EC3-BEE3-14AF5841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5658F-35BE-3537-F05E-F3597CE3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67CE-D9D0-BFE9-C749-46DBC1EB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4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E2F9-42D4-ABA3-229E-973D1892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9BAAE-996B-4279-FFE6-B4F567A0D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2B0C-BF7D-6298-AB3A-CBB4DA3D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739EA-F7F4-211F-8EB4-4EDA6095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B33DF-FBE0-9DAE-B67E-E9DF7329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1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03AF-A773-1968-6235-FC15B8C8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72033-BEC9-E386-8A8C-A070FF4D7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999F6-AC7E-7412-4EE0-FF6BC34A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715-9CC9-94C1-8068-7F058E37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9AA7-BD02-1359-328C-86FBE33A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7A77-EA51-BA6D-44DB-D4BE5789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F18A7-49F9-5752-FEEE-140C1CD6B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81A45-FFA5-8691-A947-312EB22E9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E79E6-41FB-795C-4E92-EE4C2F82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D5871-D1D1-0333-220C-3791FDBD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C3697-A01A-1966-564C-3A707C2F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3A61-8B7B-9331-A3C3-84C2A002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C3FFC-8C2F-ED7B-041A-012ED8E48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E80A5-1C96-A212-F3C6-AB8564493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48382-D0D2-04FA-674E-3C8DEBDE6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A6264-4B26-C367-1EDB-B9815BAE8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DDB50-5CD6-6D1C-F3F3-7E7A1614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5D7D9B-4713-1ACD-6FD5-E9F8CDDD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BB72C-7451-40DE-0A1F-A4AAC55C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5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E1E3-AD42-5CCD-3EBC-DEBC4F1B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D675E-293E-35EA-CEFC-9D0E68FDB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3D2D0-0822-D01C-7397-05B41ABE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893A3-2A5C-FF74-84DC-267901E7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D2DE7-BA07-6F90-0BC3-AACAD2FB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5E587-B0A6-BB43-8CAE-AD613741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317BD-19AF-8233-F7AD-618DDAEB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1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DA14-47E0-E4DE-B62C-F833DAD4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71032-81F0-B68D-6C8C-4B6D914EB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B51FD-50AD-351F-B213-C4A8EDF65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F242-04A5-EC2B-6CEB-58D11CEF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A5EF1-26D5-9277-9D8D-25EE7C04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46D73-69F9-7720-B60E-B50B7BA1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0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6A84-C439-F594-62EC-A8A280076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1D2D-4563-D88F-9251-424C44227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E01AE-7613-DB0D-CD4E-DE7840561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40A51-9B52-5C0D-E740-8A631DEC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DFFA4-13F5-D522-E5FA-384FDF4B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09C78-893D-20D8-E3CF-2B259AD5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26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F290-376E-B875-988F-08A74904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29452-173C-6089-B8ED-661361231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3DEA-CC5C-50B8-B89C-56CC759B5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3C563-9D92-8AA3-3EDB-FAB4F65B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97A60-F521-A688-6EA6-FF644AF4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7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A8A43-60A4-DE7A-1495-D4CF72378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DE7B5-DADA-F4CB-3D4A-A4287701F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5FB03-59FF-D936-3C84-4311013C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CB32B-27D7-DC47-412C-95FB2AFE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756E3-D11B-2091-CACB-802DCB29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2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4C73CF-5AD0-0DC2-2C3F-9854118B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1F85B-EEC4-E2BB-1B63-56C18DF7F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007E-3FC5-CC70-95FF-5718BFD51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9BD59-0DA7-4921-826D-E551511C54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6BBF2-174C-C969-1B83-A6A6BBFA0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C4F99-1B53-F257-252D-9AF847E2E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763285-9C52-418A-B188-480E44A72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447512-B05D-C405-3778-3CC8C45F5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319" y="2405716"/>
            <a:ext cx="4501361" cy="2046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5DD057-7EE3-310D-C3C5-05480B16B0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454" y="2927831"/>
            <a:ext cx="4327090" cy="154350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E53ACA-C81C-6284-81CB-B4837D7CD38C}"/>
              </a:ext>
            </a:extLst>
          </p:cNvPr>
          <p:cNvCxnSpPr>
            <a:cxnSpLocks/>
          </p:cNvCxnSpPr>
          <p:nvPr/>
        </p:nvCxnSpPr>
        <p:spPr>
          <a:xfrm flipH="1">
            <a:off x="4781550" y="3946071"/>
            <a:ext cx="28656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32F68F-D4B7-E6BF-9224-39CB7907FDDA}"/>
              </a:ext>
            </a:extLst>
          </p:cNvPr>
          <p:cNvCxnSpPr>
            <a:cxnSpLocks/>
          </p:cNvCxnSpPr>
          <p:nvPr/>
        </p:nvCxnSpPr>
        <p:spPr>
          <a:xfrm flipV="1">
            <a:off x="5328557" y="3273879"/>
            <a:ext cx="0" cy="925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630B18-F1F4-F237-173C-21E2E4536E3C}"/>
              </a:ext>
            </a:extLst>
          </p:cNvPr>
          <p:cNvCxnSpPr>
            <a:cxnSpLocks/>
          </p:cNvCxnSpPr>
          <p:nvPr/>
        </p:nvCxnSpPr>
        <p:spPr>
          <a:xfrm flipH="1">
            <a:off x="4963886" y="3390899"/>
            <a:ext cx="2661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93F70E-2B0F-E911-45E9-2D849AD3B238}"/>
              </a:ext>
            </a:extLst>
          </p:cNvPr>
          <p:cNvCxnSpPr>
            <a:cxnSpLocks/>
          </p:cNvCxnSpPr>
          <p:nvPr/>
        </p:nvCxnSpPr>
        <p:spPr>
          <a:xfrm flipV="1">
            <a:off x="7625443" y="3301093"/>
            <a:ext cx="0" cy="898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67EAD2-C434-F750-F009-FD4345EFEBAF}"/>
              </a:ext>
            </a:extLst>
          </p:cNvPr>
          <p:cNvCxnSpPr>
            <a:cxnSpLocks/>
          </p:cNvCxnSpPr>
          <p:nvPr/>
        </p:nvCxnSpPr>
        <p:spPr>
          <a:xfrm flipH="1">
            <a:off x="4958443" y="3301093"/>
            <a:ext cx="370113" cy="103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12A676-3016-B51D-269B-4D93C99119CC}"/>
              </a:ext>
            </a:extLst>
          </p:cNvPr>
          <p:cNvCxnSpPr/>
          <p:nvPr/>
        </p:nvCxnSpPr>
        <p:spPr>
          <a:xfrm flipH="1">
            <a:off x="4781550" y="3306536"/>
            <a:ext cx="547006" cy="639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61B685-9E15-8D94-C726-ECA1C7AC66B0}"/>
              </a:ext>
            </a:extLst>
          </p:cNvPr>
          <p:cNvCxnSpPr>
            <a:cxnSpLocks/>
          </p:cNvCxnSpPr>
          <p:nvPr/>
        </p:nvCxnSpPr>
        <p:spPr>
          <a:xfrm flipH="1">
            <a:off x="4797879" y="3414232"/>
            <a:ext cx="208168" cy="512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E515C6-123B-B80F-E6C1-45678CC06885}"/>
              </a:ext>
            </a:extLst>
          </p:cNvPr>
          <p:cNvCxnSpPr/>
          <p:nvPr/>
        </p:nvCxnSpPr>
        <p:spPr>
          <a:xfrm flipV="1">
            <a:off x="4781550" y="3404507"/>
            <a:ext cx="2843893" cy="541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F0B9969-36E3-E8D7-5DE0-C3AF68F28986}"/>
              </a:ext>
            </a:extLst>
          </p:cNvPr>
          <p:cNvCxnSpPr>
            <a:cxnSpLocks/>
          </p:cNvCxnSpPr>
          <p:nvPr/>
        </p:nvCxnSpPr>
        <p:spPr>
          <a:xfrm>
            <a:off x="5027816" y="3385457"/>
            <a:ext cx="2619397" cy="567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A745EAF-BBC1-CAFB-7EE0-53104E9662FE}"/>
              </a:ext>
            </a:extLst>
          </p:cNvPr>
          <p:cNvCxnSpPr>
            <a:cxnSpLocks/>
          </p:cNvCxnSpPr>
          <p:nvPr/>
        </p:nvCxnSpPr>
        <p:spPr>
          <a:xfrm>
            <a:off x="5006047" y="3404506"/>
            <a:ext cx="2646609" cy="541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818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Arindam Katoch</dc:creator>
  <cp:lastModifiedBy>Arindam Katoch</cp:lastModifiedBy>
  <cp:revision>2</cp:revision>
  <dcterms:created xsi:type="dcterms:W3CDTF">2026-08-23T22:37:29Z</dcterms:created>
  <dcterms:modified xsi:type="dcterms:W3CDTF">2026-08-23T22:49:48Z</dcterms:modified>
</cp:coreProperties>
</file>